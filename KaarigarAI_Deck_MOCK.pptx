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deck. Open by naming the population, not the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here, then take questions. If time is short, cut beats 2 and 5 of the demo, never beat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LAYOUT — content is final, slide structure to be re-fitted to the official SIH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KaarigarAI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2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Virtual Business Manager for Marginalized Artisans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C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photo. One voice note. In her own language.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SIH26090</a:t>
            </a:r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Market Linkage and Smart Cataloging Mobile Application for Marginalized Artisans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Social Justice and Empowerment  ·  Software  ·  Miscellaneous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9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Algorhythm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3977640"/>
          </a:xfrm>
          <a:prstGeom prst="roundRect">
            <a:avLst>
              <a:gd name="adj" fmla="val 1519"/>
            </a:avLst>
          </a:prstGeom>
          <a:solidFill>
            <a:srgbClr val="262320"/>
          </a:solidFill>
          <a:ln w="12700">
            <a:solidFill>
              <a:srgbClr val="3A35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2011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C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395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64.66 lakh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779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handloom and handicraft artisans in India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3236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2.72 crore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621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enrolled under PM Vishwakarma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40782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handloom weavers are women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919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in 10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5303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handlooms are in rural India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is not market access. It is production.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 give a burst of sales, then nothing. Between them, these artisans have no digital presence at all.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Karigar, GeM, ONDC and Flipkart Samarth all accept artisan sellers. </a:t>
            </a:r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artisan simply cannot produce what those platforms demand: a clean photograph, a well-written description in the right language, and a competitive price.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Photography, copywriting and pricing are three separate professional skills. A single artisan is unlikely to have any of them — and low literacy means even filling in a listing form is out of reach.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F7F4EF"/>
          </a:solidFill>
          <a:ln w="12700">
            <a:solidFill>
              <a:srgbClr val="E0C8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5A4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app must substitute for a photographer, a translator, a copywriter and a pricing analyst at once — and then carry the finished listing to a buyer.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600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LISTING NEEDS — AND WHY IT FAILS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1938528"/>
            <a:ext cx="4937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2157984"/>
            <a:ext cx="310896" cy="310896"/>
          </a:xfrm>
          <a:prstGeom prst="ellipse">
            <a:avLst/>
          </a:prstGeom>
          <a:solidFill>
            <a:srgbClr val="7A2B22"/>
          </a:solidFill>
          <a:ln w="12700">
            <a:solidFill>
              <a:srgbClr val="7A2B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322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background, poor light, wrong crop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807208"/>
            <a:ext cx="4937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3026664"/>
            <a:ext cx="310896" cy="310896"/>
          </a:xfrm>
          <a:prstGeom prst="ellipse">
            <a:avLst/>
          </a:prstGeom>
          <a:solidFill>
            <a:srgbClr val="7A2B22"/>
          </a:solidFill>
          <a:ln w="12700">
            <a:solidFill>
              <a:srgbClr val="7A2B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191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language is not the listing language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675888"/>
            <a:ext cx="4937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3895344"/>
            <a:ext cx="310896" cy="310896"/>
          </a:xfrm>
          <a:prstGeom prst="ellipse">
            <a:avLst/>
          </a:prstGeom>
          <a:solidFill>
            <a:srgbClr val="7A2B22"/>
          </a:solidFill>
          <a:ln w="12700">
            <a:solidFill>
              <a:srgbClr val="7A2B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059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reference, so priced flat and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4544568"/>
            <a:ext cx="4937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4764024"/>
            <a:ext cx="310896" cy="310896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609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9286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during a fair, for three days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five steps, no typing at any 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"publish" happens on the device and survives a dead network.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66544" cy="22860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346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phone photo of the craft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8064" y="1737360"/>
            <a:ext cx="2066544" cy="22860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4096" y="19659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54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28346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removed, light corrected, cropped to e-commerce ratios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47488" y="1737360"/>
            <a:ext cx="2066544" cy="22860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19659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8346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note in her own language, transcribed and translated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96912" y="1737360"/>
            <a:ext cx="2066544" cy="22860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52944" y="19659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52944" y="28346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band with a plain explanation and a fair-price floor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26517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46336" y="1737360"/>
            <a:ext cx="2066544" cy="22860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02368" y="19659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023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28346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listing, read back aloud and confirmed by voice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2793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HALF MOST SOLUTIONS FORGET — GETTING IT TO A BUYER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2633472" cy="16002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C9D4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4736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offer inbox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2303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whole catalogue on one page; one structured offer; she accepts by voice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64992" y="4572000"/>
            <a:ext cx="2633472" cy="16002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C9D4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84448" y="4736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export bundle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584448" y="52303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builds the GeM, ONDC, Karigar and ODOP upload package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81344" y="4572000"/>
            <a:ext cx="2633472" cy="16002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C9D4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736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card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52303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she forwards on WhatsApp herself — nothing to register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997696" y="4572000"/>
            <a:ext cx="2633472" cy="1600200"/>
          </a:xfrm>
          <a:prstGeom prst="roundRect">
            <a:avLst>
              <a:gd name="adj" fmla="val 3429"/>
            </a:avLst>
          </a:prstGeom>
          <a:solidFill>
            <a:srgbClr val="F4F7F9"/>
          </a:solidFill>
          <a:ln w="12700">
            <a:solidFill>
              <a:srgbClr val="C9D4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17152" y="47365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QR poster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217152" y="52303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visitor becomes a year-round contact, on a permanent URL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are mandated by the problem statement. Five more answer the half it asks for but rarely gets.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— DELIVERED IN FULL, AND EXTENDED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5486400" cy="1298448"/>
          </a:xfrm>
          <a:prstGeom prst="roundRect">
            <a:avLst>
              <a:gd name="adj" fmla="val 4225"/>
            </a:avLst>
          </a:prstGeom>
          <a:solidFill>
            <a:srgbClr val="FDF6E9"/>
          </a:solidFill>
          <a:ln w="12700">
            <a:solidFill>
              <a:srgbClr val="E0C8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48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Image Enhancer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rembg + OpenCV. Background removal, light and white balance, saliency crop, texture close-up for textiles.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486400" cy="1298448"/>
          </a:xfrm>
          <a:prstGeom prst="roundRect">
            <a:avLst>
              <a:gd name="adj" fmla="val 4225"/>
            </a:avLst>
          </a:prstGeom>
          <a:solidFill>
            <a:srgbClr val="FDF6E9"/>
          </a:solidFill>
          <a:ln w="12700">
            <a:solidFill>
              <a:srgbClr val="E0C8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529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Auto-Cataloger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5876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+ IndicTrans2 + Gemini. Craft glossary preserves authentic terms. Read back aloud before publishing.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64608"/>
            <a:ext cx="5486400" cy="1298448"/>
          </a:xfrm>
          <a:prstGeom prst="roundRect">
            <a:avLst>
              <a:gd name="adj" fmla="val 4225"/>
            </a:avLst>
          </a:prstGeom>
          <a:solidFill>
            <a:srgbClr val="FDF6E9"/>
          </a:solidFill>
          <a:ln w="12700">
            <a:solidFill>
              <a:srgbClr val="E0C8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5010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Pricing Assistant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534009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transcript become attributes; XGBoost returns a band; SHAP explains it; a floor prevents underpricing.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5727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— AIMED AT MARKET LINKAGE AND LITERACY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90195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2002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first run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2768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without reading: tiles that speak their own name, digits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77063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+ offer inbox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145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answer to "connect with larger B2B buyers"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63931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739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order and offer status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014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asks aloud and hears the answer — the loop closes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50799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46085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story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882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is the margin. Same voice pipeline, near-zero cost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5376672"/>
            <a:ext cx="53035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5477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linkage toolkit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7515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bundle, share card, stall QR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interface, for someone who cannot read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bars mean text she is not expected to read — every one has a speaker beside it. No screen offers more than two real choices.</a:t>
            </a:r>
            <a:endParaRPr lang="en-US" sz="1350" dirty="0"/>
          </a:p>
        </p:txBody>
      </p:sp>
      <p:pic>
        <p:nvPicPr>
          <p:cNvPr id="4" name="Image 0" descr="/tmp/deck_wf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17904"/>
            <a:ext cx="1005840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— layout, hierarchy and touch targets. Replace with product screenshots as the build progresses.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Price, offers, and what the buyer sees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as three bars rather than a table. Two buttons and one number. The buyer side is deliberately ordinary.</a:t>
            </a:r>
            <a:endParaRPr lang="en-US" sz="1350" dirty="0"/>
          </a:p>
        </p:txBody>
      </p:sp>
      <p:pic>
        <p:nvPicPr>
          <p:cNvPr id="4" name="Image 0" descr="/tmp/deck_wf_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17904"/>
            <a:ext cx="1005840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screen that assumes reading is the buyer’s — boutique owners, exporters and procurement staff.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layers. One system of record. Every component free or open-source.</a:t>
            </a:r>
            <a:endParaRPr lang="en-US" sz="1350" dirty="0"/>
          </a:p>
        </p:txBody>
      </p:sp>
      <p:pic>
        <p:nvPicPr>
          <p:cNvPr id="4" name="Image 0" descr="/tmp/deck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10241280" cy="5248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locked, and every known failure mode has a stated response.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— NO ALTERNATIVES LISTED, BECAUSE INDECISION COSTS MORE THAN A SUBOPTIMAL CHOICE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98064" y="1865376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stateless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47488" y="1865376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96912" y="1865376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43216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443216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rembg + OpenCV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46336" y="1865376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112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(tiny on device)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60320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IndicTrans2 200M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98064" y="2560320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44368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 tier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47488" y="2560320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3792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193792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96912" y="2560320"/>
            <a:ext cx="2066544" cy="566928"/>
          </a:xfrm>
          <a:prstGeom prst="roundRect">
            <a:avLst>
              <a:gd name="adj" fmla="val 9677"/>
            </a:avLst>
          </a:prstGeom>
          <a:solidFill>
            <a:srgbClr val="F7F4E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43216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43216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— delivery only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64992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village recording, or a mis-heard craft 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check then re-record; craft glossary fuzzy-corrects before writing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connectivity for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Capture, record and queue offline; oldest-first sync; client ids prevent duplicates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unseen craft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band and stated low confidence — never a confident wrong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buyers want the same piece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decrements under a row lock on each acceptance; unique is the quantity-one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middleman operates the app for 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and stall QR bound to her own number; earnings visible only in her 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venue internet or an exhausted free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Rehearsed offline path, local speech model, responses pre-cached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forty-five cases are registered across voice, photography, pricing, offers, connectivity, misuse and demo-day risk; fifteen are flagged must-handle.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side is not the constraint. The artisan making the goods is simply not in the channel.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64.66 lakh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handloom and handicraft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in India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62763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2.72 crore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enrolled under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Vishwakarma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62763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5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₹33,123 cr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handicraft exports in 2024-25,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₹20,083 cr a decade ago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62763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8864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artisans are women;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SC, ST or OBC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FOR HER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490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year-round channel.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persist between fairs, and a printed stall QR turns a one-day visitor into a permanent contact.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under her price.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suggests below material plus labour, and warns before she goes under it.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 to charge more.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 story restores the provenance a bare product photograph destroys.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on day one. </a:t>
            </a:r>
            <a:pPr indent="0" marL="0">
              <a:lnSpc>
                <a:spcPts val="17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 bundle feeds marketplaces that already have buyers, so we need none of our own.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429000"/>
            <a:ext cx="5303520" cy="2423160"/>
          </a:xfrm>
          <a:prstGeom prst="roundRect">
            <a:avLst>
              <a:gd name="adj" fmla="val 2264"/>
            </a:avLst>
          </a:prstGeom>
          <a:solidFill>
            <a:srgbClr val="F7F4EF"/>
          </a:solidFill>
          <a:ln w="12700">
            <a:solidFill>
              <a:srgbClr val="E0C8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6118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WOULD KNOW IT WORKED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502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minutes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1696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to published listing, in connected time — against hours or never today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5720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per artisan per month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791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share of months with any activity: what "year-round" means in practice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1937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listings with an offer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4132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accepted price against the band midpoint — deliberately not against the floor, which would only confirm itself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PIB, 9 December 2025 · Rajya Sabha reply, 1 December 2025 · Fourth All India Handloom Census 2019-20. Full list on the references slide.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demo — seven beats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on the buyer, because market linkage is half of what the problem statement asks for.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run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911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no reading. Tap a tile that speaks its own name; hear the code read aloud.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08152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raw, badly lit phone photo becomes a clean e-commerce image, with a texture close-up.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note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42519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regional-language description becomes a bilingual listing — then it is read back for confirmation.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5111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54223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band, a plain-language explanation, and the floor visibly refusing an underpriced suggestion.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655064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19110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network. Capture continues, the listing queues, and it syncs with no duplicate.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825496"/>
            <a:ext cx="384048" cy="384048"/>
          </a:xfrm>
          <a:prstGeom prst="ellipse">
            <a:avLst/>
          </a:prstGeom>
          <a:solidFill>
            <a:srgbClr val="1F4E63"/>
          </a:solidFill>
          <a:ln w="12700">
            <a:solidFill>
              <a:srgbClr val="1F4E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308152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stall QR — it opens her storefront. Play the story, send an offer; she accepts by voice.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995928"/>
            <a:ext cx="384048" cy="384048"/>
          </a:xfrm>
          <a:prstGeom prst="ellipse">
            <a:avLst/>
          </a:prstGeom>
          <a:solidFill>
            <a:srgbClr val="8A5A2B"/>
          </a:solidFill>
          <a:ln w="12700">
            <a:solidFill>
              <a:srgbClr val="8A5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Linkage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42519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builds the GeM upload bundle; the stall QR prints. Close on a real scheme she may qualify for.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6281928"/>
            <a:ext cx="530352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6172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shipping are out of scope, and we say so: an accepted offer records intent and exchanges contact details, nothing more.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quoted above, and every component named. All links checked.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AND SECTOR DATA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Handicrafts at the Heart of India’s Rural Economy — PIB, 9 Dec 2025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pib.gov.in — PRID 2200859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50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Vishwakarma enrolment, Rajya Sabha reply, 1 Dec 2025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609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newsonair.gov.in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626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All India Handloom Census 2019-20, Ministry of Textiles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72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archive.org / handlooms.nic.in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747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Vishwakarma scheme portal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85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pmvishwakarma.gov.in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867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DC (Handicrafts) and DC (Handlooms)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970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handicrafts.nic.in · handlooms.nic.in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AND POLICY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828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e-Marketplace · ONDC · Amazon Karigar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932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gem.gov.in · ondc.org · amazon.in/karigar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949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District One Product, DPIIT — PIB, 23 Jan 2026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052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odop.dpiit.gov.in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07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and DPDP Rules, notified 14 Nov 2025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173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meity.gov.in · indiacode.nic.in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6276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COMPONENTS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19385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IndicTrans2 — models and paper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1488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github.com/AI4Bharat/IndicTrans2 · arXiv 2305.16307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450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— local inference; Whisper paper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26609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github.com/ggml-org/whisper.cpp · arXiv 2212.04356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9626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rembg background removal; U²-Net paper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172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github.com/danielgatis/rembg · arXiv 2005.09007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4747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XGBoost; SHAP paper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36850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xgboost.readthedocs.io · arXiv 1705.07874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9867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Flutter · FastAPI · PostgreSQL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41970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opencv.org · flutter.dev · fastapi.tiangolo.com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44988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· Google AI Studio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4709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firebase.google.com · aistudio.google.com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0840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SOURCES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5394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statistic exists in both a primary government release and a secondary summary, the primary is cited. Two earnings figures come from a secondary summary of ministry material and are presented as evidence about the sector, not as predictions for this application.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19202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app to be the professional photographer, translator, copywriter and pricing analyst an artisan could never afford to hire — and then to find her a buyer.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3794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0C8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photo. One voice note.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585216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KaarigarAI  ·  Problem Statement SIH26090  ·  Team Algorhythm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KaarigarAI — SIH26090</dc:title>
  <dc:subject>PptxGenJS Presentation</dc:subject>
  <dc:creator>Algorhythm</dc:creator>
  <cp:lastModifiedBy>Algorhythm</cp:lastModifiedBy>
  <cp:revision>1</cp:revision>
  <dcterms:created xsi:type="dcterms:W3CDTF">2026-08-27T15:49:33Z</dcterms:created>
  <dcterms:modified xsi:type="dcterms:W3CDTF">2026-08-27T15:49:33Z</dcterms:modified>
</cp:coreProperties>
</file>